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9144000" cy="6858000" type="screen4x3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gs" Target="tags/tag2.xml"/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-76200" y="13970"/>
            <a:ext cx="9225280" cy="6848475"/>
            <a:chOff x="-120" y="22"/>
            <a:chExt cx="14528" cy="10785"/>
          </a:xfrm>
        </p:grpSpPr>
        <p:pic>
          <p:nvPicPr>
            <p:cNvPr id="3" name="图片 2" descr="2"/>
            <p:cNvPicPr>
              <a:picLocks noChangeAspect="1"/>
            </p:cNvPicPr>
            <p:nvPr userDrawn="1"/>
          </p:nvPicPr>
          <p:blipFill>
            <a:blip r:embed="rId2"/>
            <a:srcRect b="19593"/>
            <a:stretch>
              <a:fillRect/>
            </a:stretch>
          </p:blipFill>
          <p:spPr>
            <a:xfrm>
              <a:off x="-120" y="22"/>
              <a:ext cx="14528" cy="8265"/>
            </a:xfrm>
            <a:prstGeom prst="rect">
              <a:avLst/>
            </a:prstGeom>
          </p:spPr>
        </p:pic>
        <p:pic>
          <p:nvPicPr>
            <p:cNvPr id="4" name="图片 3" descr="2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2"/>
            <a:srcRect t="68976" b="379"/>
            <a:stretch>
              <a:fillRect/>
            </a:stretch>
          </p:blipFill>
          <p:spPr>
            <a:xfrm>
              <a:off x="-120" y="7657"/>
              <a:ext cx="14528" cy="3150"/>
            </a:xfrm>
            <a:prstGeom prst="rect">
              <a:avLst/>
            </a:prstGeom>
          </p:spPr>
        </p:pic>
      </p:grpSp>
      <p:sp>
        <p:nvSpPr>
          <p:cNvPr id="2" name="TextBox 28">
            <a:hlinkClick r:id="" action="ppaction://noaction"/>
          </p:cNvPr>
          <p:cNvSpPr txBox="1"/>
          <p:nvPr userDrawn="1"/>
        </p:nvSpPr>
        <p:spPr>
          <a:xfrm>
            <a:off x="3248660" y="6163713"/>
            <a:ext cx="5241587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defRPr/>
            </a:pP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</a:t>
            </a:r>
            <a:endParaRPr lang="zh-CN" altLang="en-US" sz="20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>
    <p:zoom/>
  </p:transition>
  <p:hf sldNum="0" hdr="0" ftr="0" dt="0"/>
  <p:txStyles>
    <p:titleStyle>
      <a:lvl1pPr marL="0" lvl="0" indent="0" algn="ctr" defTabSz="1219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735" b="1" i="0" u="none" kern="1200" baseline="0">
          <a:solidFill>
            <a:srgbClr val="CC0000"/>
          </a:solidFill>
          <a:latin typeface="+mj-lt"/>
          <a:ea typeface="+mj-ea"/>
          <a:cs typeface="+mj-cs"/>
        </a:defRPr>
      </a:lvl1pPr>
    </p:titleStyle>
    <p:bodyStyle>
      <a:lvl1pPr marL="0" lvl="0" indent="829945" algn="just" defTabSz="1219200" rtl="0" eaLnBrk="1" fontAlgn="base" latinLnBrk="0" hangingPunct="0">
        <a:lnSpc>
          <a:spcPct val="15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None/>
        <a:tabLst>
          <a:tab pos="5620385" algn="l"/>
        </a:tabLst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1579245" lvl="1" indent="-381000" algn="just" defTabSz="1219200" rtl="0" eaLnBrk="1" fontAlgn="base" latinLnBrk="0" hangingPunct="0">
        <a:lnSpc>
          <a:spcPct val="145000"/>
        </a:lnSpc>
        <a:spcBef>
          <a:spcPct val="0"/>
        </a:spcBef>
        <a:spcAft>
          <a:spcPct val="0"/>
        </a:spcAft>
        <a:buClr>
          <a:schemeClr val="tx2"/>
        </a:buClr>
        <a:buFont typeface="Wingdings" panose="05000000000000000000" pitchFamily="2" charset="2"/>
        <a:buNone/>
        <a:tabLst>
          <a:tab pos="5620385" algn="l"/>
        </a:tabLst>
        <a:defRPr sz="3200" b="1" i="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2pPr>
      <a:lvl3pPr marL="2123440" lvl="2" indent="-304800" algn="just" defTabSz="1219200" rtl="0" eaLnBrk="1" fontAlgn="base" latinLnBrk="0" hangingPunct="0">
        <a:lnSpc>
          <a:spcPct val="145000"/>
        </a:lnSpc>
        <a:spcBef>
          <a:spcPct val="0"/>
        </a:spcBef>
        <a:spcAft>
          <a:spcPct val="0"/>
        </a:spcAft>
        <a:buClr>
          <a:schemeClr val="tx1"/>
        </a:buClr>
        <a:buFontTx/>
        <a:buNone/>
        <a:tabLst>
          <a:tab pos="5620385" algn="l"/>
        </a:tabLst>
        <a:defRPr sz="3200" b="1" i="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3pPr>
      <a:lvl4pPr marL="2667000" lvl="3" indent="-304800" algn="just" defTabSz="1219200" rtl="0" eaLnBrk="1" fontAlgn="base" latinLnBrk="0" hangingPunct="0">
        <a:lnSpc>
          <a:spcPct val="145000"/>
        </a:lnSpc>
        <a:spcBef>
          <a:spcPct val="0"/>
        </a:spcBef>
        <a:spcAft>
          <a:spcPct val="0"/>
        </a:spcAft>
        <a:buFontTx/>
        <a:buNone/>
        <a:tabLst>
          <a:tab pos="5620385" algn="l"/>
        </a:tabLst>
        <a:defRPr sz="3200" b="1" i="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4pPr>
      <a:lvl5pPr marL="3211195" lvl="4" indent="-304800" algn="just" defTabSz="1219200" rtl="0" eaLnBrk="1" fontAlgn="base" latinLnBrk="0" hangingPunct="0">
        <a:lnSpc>
          <a:spcPct val="145000"/>
        </a:lnSpc>
        <a:spcBef>
          <a:spcPct val="0"/>
        </a:spcBef>
        <a:spcAft>
          <a:spcPct val="0"/>
        </a:spcAft>
        <a:buFontTx/>
        <a:buNone/>
        <a:tabLst>
          <a:tab pos="5620385" algn="l"/>
        </a:tabLst>
        <a:defRPr sz="3200" b="1" i="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5pPr>
      <a:lvl6pPr marL="3352800" lvl="5" indent="-304800" algn="just" defTabSz="1219200" rtl="0" eaLnBrk="1" fontAlgn="base" latinLnBrk="0" hangingPunct="0">
        <a:lnSpc>
          <a:spcPct val="145000"/>
        </a:lnSpc>
        <a:spcBef>
          <a:spcPct val="0"/>
        </a:spcBef>
        <a:spcAft>
          <a:spcPct val="0"/>
        </a:spcAft>
        <a:buFontTx/>
        <a:buNone/>
        <a:tabLst>
          <a:tab pos="5620385" algn="l"/>
        </a:tabLst>
        <a:defRPr sz="3200" b="1" i="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6pPr>
      <a:lvl7pPr marL="3962400" lvl="6" indent="-304800" algn="just" defTabSz="1219200" rtl="0" eaLnBrk="1" fontAlgn="base" latinLnBrk="0" hangingPunct="0">
        <a:lnSpc>
          <a:spcPct val="145000"/>
        </a:lnSpc>
        <a:spcBef>
          <a:spcPct val="0"/>
        </a:spcBef>
        <a:spcAft>
          <a:spcPct val="0"/>
        </a:spcAft>
        <a:buFontTx/>
        <a:buNone/>
        <a:tabLst>
          <a:tab pos="5620385" algn="l"/>
        </a:tabLst>
        <a:defRPr sz="3200" b="1" i="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7pPr>
      <a:lvl8pPr marL="4572000" lvl="7" indent="-304800" algn="just" defTabSz="1219200" rtl="0" eaLnBrk="1" fontAlgn="base" latinLnBrk="0" hangingPunct="0">
        <a:lnSpc>
          <a:spcPct val="145000"/>
        </a:lnSpc>
        <a:spcBef>
          <a:spcPct val="0"/>
        </a:spcBef>
        <a:spcAft>
          <a:spcPct val="0"/>
        </a:spcAft>
        <a:buFontTx/>
        <a:buNone/>
        <a:tabLst>
          <a:tab pos="5620385" algn="l"/>
        </a:tabLst>
        <a:defRPr sz="3200" b="1" i="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8pPr>
      <a:lvl9pPr marL="5181600" lvl="8" indent="-304800" algn="just" defTabSz="1219200" rtl="0" eaLnBrk="1" fontAlgn="base" latinLnBrk="0" hangingPunct="0">
        <a:lnSpc>
          <a:spcPct val="145000"/>
        </a:lnSpc>
        <a:spcBef>
          <a:spcPct val="0"/>
        </a:spcBef>
        <a:spcAft>
          <a:spcPct val="0"/>
        </a:spcAft>
        <a:buFontTx/>
        <a:buNone/>
        <a:tabLst>
          <a:tab pos="5620385" algn="l"/>
        </a:tabLst>
        <a:defRPr sz="3200" b="1" i="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9pPr>
    </p:bodyStyle>
    <p:otherStyle>
      <a:lvl1pPr marL="0" lvl="0" indent="0" algn="l" defTabSz="1219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09600" lvl="1" indent="0" algn="l" defTabSz="1219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  <a:cs typeface="+mn-cs"/>
        </a:defRPr>
      </a:lvl2pPr>
      <a:lvl3pPr marL="1219200" lvl="2" indent="0" algn="l" defTabSz="1219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  <a:cs typeface="+mn-cs"/>
        </a:defRPr>
      </a:lvl3pPr>
      <a:lvl4pPr marL="1828800" lvl="3" indent="0" algn="l" defTabSz="1219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  <a:cs typeface="+mn-cs"/>
        </a:defRPr>
      </a:lvl4pPr>
      <a:lvl5pPr marL="2438400" lvl="4" indent="0" algn="l" defTabSz="1219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  <a:cs typeface="+mn-cs"/>
        </a:defRPr>
      </a:lvl5pPr>
      <a:lvl6pPr marL="3048000" lvl="5" indent="0" algn="l" defTabSz="1219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  <a:cs typeface="+mn-cs"/>
        </a:defRPr>
      </a:lvl6pPr>
      <a:lvl7pPr marL="3657600" lvl="6" indent="0" algn="l" defTabSz="1219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  <a:cs typeface="+mn-cs"/>
        </a:defRPr>
      </a:lvl7pPr>
      <a:lvl8pPr marL="4267200" lvl="7" indent="0" algn="l" defTabSz="1219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  <a:cs typeface="+mn-cs"/>
        </a:defRPr>
      </a:lvl8pPr>
      <a:lvl9pPr marL="4876800" lvl="8" indent="0" algn="l" defTabSz="1219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  <a:cs typeface="+mn-cs"/>
        </a:defRPr>
      </a:lvl9pPr>
    </p:otherStyle>
  </p:txStyles>
</p:sldMaster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OGEzZjY2NmU4ZjE1YmUxNjI0NGQzYTQxODZiNjc0OGUifQ=="/>
</p:tagLst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FF9900"/>
      </a:dk2>
      <a:lt2>
        <a:srgbClr val="C0C0C0"/>
      </a:lt2>
      <a:accent1>
        <a:srgbClr val="3FB564"/>
      </a:accent1>
      <a:accent2>
        <a:srgbClr val="15A2E9"/>
      </a:accent2>
      <a:accent3>
        <a:srgbClr val="FFFFFF"/>
      </a:accent3>
      <a:accent4>
        <a:srgbClr val="000000"/>
      </a:accent4>
      <a:accent5>
        <a:srgbClr val="AFD6B8"/>
      </a:accent5>
      <a:accent6>
        <a:srgbClr val="1291D1"/>
      </a:accent6>
      <a:hlink>
        <a:srgbClr val="FFFFFF"/>
      </a:hlink>
      <a:folHlink>
        <a:srgbClr val="FFFFFF"/>
      </a:folHlink>
    </a:clrScheme>
    <a:fontScheme name="">
      <a:majorFont>
        <a:latin typeface="方正小标宋简体"/>
        <a:ea typeface="方正小标宋简体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3300"/>
        </a:dk1>
        <a:lt1>
          <a:srgbClr val="FFFFFF"/>
        </a:lt1>
        <a:dk2>
          <a:srgbClr val="FF9900"/>
        </a:dk2>
        <a:lt2>
          <a:srgbClr val="C0C0C0"/>
        </a:lt2>
        <a:accent1>
          <a:srgbClr val="3FB564"/>
        </a:accent1>
        <a:accent2>
          <a:srgbClr val="15A2E9"/>
        </a:accent2>
        <a:accent3>
          <a:srgbClr val="FFFFFF"/>
        </a:accent3>
        <a:accent4>
          <a:srgbClr val="002A00"/>
        </a:accent4>
        <a:accent5>
          <a:srgbClr val="AFD6B8"/>
        </a:accent5>
        <a:accent6>
          <a:srgbClr val="1291D1"/>
        </a:accent6>
        <a:hlink>
          <a:srgbClr val="7F70D8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0311D"/>
        </a:dk1>
        <a:lt1>
          <a:srgbClr val="FFFFFF"/>
        </a:lt1>
        <a:dk2>
          <a:srgbClr val="44808E"/>
        </a:dk2>
        <a:lt2>
          <a:srgbClr val="DDDDDD"/>
        </a:lt2>
        <a:accent1>
          <a:srgbClr val="DCC242"/>
        </a:accent1>
        <a:accent2>
          <a:srgbClr val="388FDE"/>
        </a:accent2>
        <a:accent3>
          <a:srgbClr val="FFFFFF"/>
        </a:accent3>
        <a:accent4>
          <a:srgbClr val="282917"/>
        </a:accent4>
        <a:accent5>
          <a:srgbClr val="EADDB0"/>
        </a:accent5>
        <a:accent6>
          <a:srgbClr val="3180C7"/>
        </a:accent6>
        <a:hlink>
          <a:srgbClr val="57BB7D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1367BB"/>
        </a:dk2>
        <a:lt2>
          <a:srgbClr val="C0C0C0"/>
        </a:lt2>
        <a:accent1>
          <a:srgbClr val="68B3D8"/>
        </a:accent1>
        <a:accent2>
          <a:srgbClr val="EC8D4C"/>
        </a:accent2>
        <a:accent3>
          <a:srgbClr val="FFFFFF"/>
        </a:accent3>
        <a:accent4>
          <a:srgbClr val="000000"/>
        </a:accent4>
        <a:accent5>
          <a:srgbClr val="B9D5E8"/>
        </a:accent5>
        <a:accent6>
          <a:srgbClr val="D37E43"/>
        </a:accent6>
        <a:hlink>
          <a:srgbClr val="4CC737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9900"/>
        </a:dk2>
        <a:lt2>
          <a:srgbClr val="C0C0C0"/>
        </a:lt2>
        <a:accent1>
          <a:srgbClr val="3FB564"/>
        </a:accent1>
        <a:accent2>
          <a:srgbClr val="15A2E9"/>
        </a:accent2>
        <a:accent3>
          <a:srgbClr val="FFFFFF"/>
        </a:accent3>
        <a:accent4>
          <a:srgbClr val="000000"/>
        </a:accent4>
        <a:accent5>
          <a:srgbClr val="AFD6B8"/>
        </a:accent5>
        <a:accent6>
          <a:srgbClr val="1291D1"/>
        </a:accent6>
        <a:hlink>
          <a:srgbClr val="7F70D8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9900"/>
        </a:dk2>
        <a:lt2>
          <a:srgbClr val="C0C0C0"/>
        </a:lt2>
        <a:accent1>
          <a:srgbClr val="3FB564"/>
        </a:accent1>
        <a:accent2>
          <a:srgbClr val="15A2E9"/>
        </a:accent2>
        <a:accent3>
          <a:srgbClr val="FFFFFF"/>
        </a:accent3>
        <a:accent4>
          <a:srgbClr val="000000"/>
        </a:accent4>
        <a:accent5>
          <a:srgbClr val="AFD6B8"/>
        </a:accent5>
        <a:accent6>
          <a:srgbClr val="1291D1"/>
        </a:accent6>
        <a:hlink>
          <a:srgbClr val="7F70D8"/>
        </a:hlink>
        <a:folHlink>
          <a:srgbClr val="F0E7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9900"/>
        </a:dk2>
        <a:lt2>
          <a:srgbClr val="C0C0C0"/>
        </a:lt2>
        <a:accent1>
          <a:srgbClr val="3FB564"/>
        </a:accent1>
        <a:accent2>
          <a:srgbClr val="15A2E9"/>
        </a:accent2>
        <a:accent3>
          <a:srgbClr val="FFFFFF"/>
        </a:accent3>
        <a:accent4>
          <a:srgbClr val="000000"/>
        </a:accent4>
        <a:accent5>
          <a:srgbClr val="AFD6B8"/>
        </a:accent5>
        <a:accent6>
          <a:srgbClr val="1291D1"/>
        </a:accent6>
        <a:hlink>
          <a:srgbClr val="0000CC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黑体</vt:lpstr>
      <vt:lpstr>微软雅黑</vt:lpstr>
      <vt:lpstr>Arial Unicode MS</vt:lpstr>
      <vt:lpstr>Calibri</vt:lpstr>
      <vt:lpstr/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</dc:creator>
  <cp:lastModifiedBy>凉凉</cp:lastModifiedBy>
  <cp:revision>40</cp:revision>
  <dcterms:created xsi:type="dcterms:W3CDTF">2023-08-09T12:44:00Z</dcterms:created>
  <dcterms:modified xsi:type="dcterms:W3CDTF">2025-04-14T05:48:30Z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EF4661EDF9974504B6CB9F79EBCE15FF_13</vt:lpwstr>
  </property>
  <property fmtid="{D5CDD505-2E9C-101B-9397-08002B2CF9AE}" pid="3" name="KSOProductBuildVer">
    <vt:lpwstr>2052-12.1.0.20784</vt:lpwstr>
  </property>
</Properties>
</file>